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B9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418  ·  VISUAL STYLE GUIDE  · 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08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Marquee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restrained, institutional identity that leans Goldman Sachs — deep navy and sky blue on generous white, with UCLA gold reserved as a single decisive accent.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310896" cy="310896"/>
          </a:xfrm>
          <a:prstGeom prst="ellipse">
            <a:avLst/>
          </a:prstGeom>
          <a:solidFill>
            <a:srgbClr val="6B96C3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5349240"/>
            <a:ext cx="310896" cy="310896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5349240"/>
            <a:ext cx="310896" cy="310896"/>
          </a:xfrm>
          <a:prstGeom prst="ellipse">
            <a:avLst/>
          </a:prstGeom>
          <a:solidFill>
            <a:srgbClr val="FFD100"/>
          </a:solidFill>
          <a:ln/>
        </p:spPr>
      </p:sp>
      <p:sp>
        <p:nvSpPr>
          <p:cNvPr id="8" name="Shape 6"/>
          <p:cNvSpPr/>
          <p:nvPr/>
        </p:nvSpPr>
        <p:spPr>
          <a:xfrm>
            <a:off x="1901952" y="5349240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9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BLEND:  ~70% GOLDMAN SACHS  /  30% UCLA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palette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carries structure; blues carry data and links; gold marks only what matters most.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0A2540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0723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 Navy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340156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text, headers, dark fills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6393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#0A2540   ·   RGB 10,37,64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98264" y="178308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94767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6B96C3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30723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Sky Blue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340156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accent, eyebrows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9432" y="36393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#6B96C3   ·   RGB 107,150,195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78308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4767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2774AE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30723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Blue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340156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secondary data, charts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57616" y="36393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#2774AE   ·   RGB 39,116,174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50799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FD100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63270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Gold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accent — rules, highlights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" y="61996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#FFD100   ·   RGB 255,209,0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98264" y="434340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450799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5A6B7B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563270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9432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text, captions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99432" y="61996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#5A6B7B   ·   RGB 90,107,123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56448" y="434340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50799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563270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tint, table banding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57616" y="61996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#F4F6F8   ·   RGB 244,246,248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headlines over a clean sans body — the Goldman pairing, built from Office-safe fonts so the deck renders the same everywhere.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38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HEADINGS — Cambria  (brand: Source Serif 4 / GS Serif)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theory, with judgement.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0156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— Calibri  (brand: Source Sans 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48143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are wrong, but some are useful. A serif voice for titles and a humanist sans for running text keeps long passages comfortable while titles stay authoritative.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0A2540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340156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— Consolas / JetBrains Mono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5956" y="3749040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library(ranger)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&lt;- ranger(y ~ ., data = train,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importance = "impurity")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0352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965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FONT (licensed)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 FONT (used here)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 Serif → Source Serif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 Sans → Source Sans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JetBrains Mono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block and quick rules for applying the system to a slide.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035040" cy="2651760"/>
          </a:xfrm>
          <a:prstGeom prst="roundRect">
            <a:avLst>
              <a:gd name="adj" fmla="val 3448"/>
            </a:avLst>
          </a:prstGeom>
          <a:solidFill>
            <a:srgbClr val="0A2540"/>
          </a:solidFill>
          <a:ln/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423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B9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418  ·  FINAL PROJECT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outcomes from messy, multi-source data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972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  ·   Summer 2026   ·   Professor Christopher Barr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92024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2331720"/>
            <a:ext cx="44165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dominates; let white space do the work. Aim for a calm, report-like density.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two blues to separate chart series. Reserve gold for the single most important mark.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set text in gold — it fails contrast on white. Gold is for fills and small accents only.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(Cambria) for titles, sans (Calibri) for body and labels. Keep the contrast crisp.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897880"/>
            <a:ext cx="274320" cy="274320"/>
          </a:xfrm>
          <a:prstGeom prst="ellipse">
            <a:avLst/>
          </a:prstGeom>
          <a:solidFill>
            <a:srgbClr val="6B96C3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5897880"/>
            <a:ext cx="274320" cy="27432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08176" y="5897880"/>
            <a:ext cx="274320" cy="274320"/>
          </a:xfrm>
          <a:prstGeom prst="ellipse">
            <a:avLst/>
          </a:prstGeom>
          <a:solidFill>
            <a:srgbClr val="FFD1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792224" y="5897880"/>
            <a:ext cx="274320" cy="274320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of 3 — "The Marquee"  ·  STAT 418 deliverables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418 Style Guide — The Marquee</dc:title>
  <dc:subject>PptxGenJS Presentation</dc:subject>
  <dc:creator>Jeremy</dc:creator>
  <cp:lastModifiedBy>Jeremy</cp:lastModifiedBy>
  <cp:revision>1</cp:revision>
  <dcterms:created xsi:type="dcterms:W3CDTF">2026-06-25T02:10:31Z</dcterms:created>
  <dcterms:modified xsi:type="dcterms:W3CDTF">2026-06-25T02:10:31Z</dcterms:modified>
</cp:coreProperties>
</file>